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aaa9ef2f-7a20-f491-e873-fe0f6b3d7c1a}">
          <p14:sldIdLst>
            <p14:sldId id="257"/>
            <p14:sldId id="258"/>
            <p14:sldId id="259"/>
          </p14:sldIdLst>
        </p14:section>
        <p14:section name="Solution" id="{a2d3b776-4084-37a5-1c40-0f2694e8f674}">
          <p14:sldIdLst>
            <p14:sldId id="260"/>
            <p14:sldId id="261"/>
            <p14:sldId id="262"/>
            <p14:sldId id="263"/>
            <p14:sldId id="264"/>
          </p14:sldIdLst>
        </p14:section>
        <p14:section name="Evidence" id="{b643f202-a944-7b1b-63ad-52390783eedf}">
          <p14:sldIdLst>
            <p14:sldId id="265"/>
            <p14:sldId id="266"/>
            <p14:sldId id="267"/>
            <p14:sldId id="268"/>
            <p14:sldId id="269"/>
          </p14:sldIdLst>
        </p14:section>
        <p14:section name="Hardware" id="{8c6ca327-339c-e651-9e73-51fc23c03692}">
          <p14:sldIdLst>
            <p14:sldId id="270"/>
            <p14:sldId id="271"/>
          </p14:sldIdLst>
        </p14:section>
        <p14:section name="Engineering" id="{7526b1cc-3a42-34e1-4856-a8879a79721e}">
          <p14:sldIdLst>
            <p14:sldId id="272"/>
          </p14:sldIdLst>
        </p14:section>
        <p14:section name="Business" id="{ce7ad573-cc75-56c3-656b-c01ad5822f94}">
          <p14:sldIdLst>
            <p14:sldId id="273"/>
            <p14:sldId id="274"/>
          </p14:sldIdLst>
        </p14:section>
        <p14:section name="Plan" id="{dd763a29-6826-a8e8-94a4-a3d73b32a7ca}">
          <p14:sldIdLst>
            <p14:sldId id="275"/>
          </p14:sldIdLst>
        </p14:section>
        <p14:section name="Appendix" id="{08e5ed10-b60c-6b63-2365-747626828d7f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ylvzVr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[Team name] · github.com/[team]/scenegap-edge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507215"/>
                <a:gridCol w="1798572"/>
                <a:gridCol w="2158286"/>
                <a:gridCol w="1618715"/>
                <a:gridCol w="1798572"/>
              </a:tblGrid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(LIMITS)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(USD)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 (English-only search)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 device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 (open project only)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visual: whole clips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one-time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 (Apple silicon, US English)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or $129/yr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semantic search (Team/Enterprise, beta)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subclip marks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(cloud)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$25/member/mo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Jumper (plug-ins for 4 editors)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offline after setup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 $49/mo*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 (on-premise media asset manager)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on-premise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$2,995–28,995/yr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(upload)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listed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length, takes, same frame; a person decides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free; bundle to 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2026-10-26; * vendor price page not readable at access. Sources and verified flags: A11,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11)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Automatic missing-shot detection: 0 of 38 caught on test (slide 14)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924812" y="2075688"/>
            <a:ext cx="8311896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32204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2204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2569464" cy="3566160"/>
          </a:xfrm>
          <a:prstGeom prst="roundRect">
            <a:avLst>
              <a:gd name="adj" fmla="val 4982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Write the shot list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83280"/>
            <a:ext cx="220370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In Chinese, as the crew speaks. A person checks the English search phrase and adds rules.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568756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68756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02836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02836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10712" y="2560320"/>
            <a:ext cx="2569464" cy="3566160"/>
          </a:xfrm>
          <a:prstGeom prst="roundRect">
            <a:avLst>
              <a:gd name="adj" fmla="val 4982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93592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Index footage locally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383280"/>
            <a:ext cx="220370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Camera cuts, one frame per second on the original timecode, CLIP vectors.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Desktop: 2.3 s per minute of video (GPU), 3.1 s (CPU); decoding is 66–90%.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93592" y="568756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93592" y="568756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 today → UGen300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73468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73468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81344" y="2560320"/>
            <a:ext cx="2569464" cy="3566160"/>
          </a:xfrm>
          <a:prstGeom prst="roundRect">
            <a:avLst>
              <a:gd name="adj" fmla="val 4982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64224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Check each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364224" y="3383280"/>
            <a:ext cx="220370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Each rule shows pass, fail or can't tell; failing clips stay visible.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Threshold τ 0.225 set on dev; text search over 10,000 segments p95 14 ms (target ≤ 2 s).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568756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64224" y="568756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944100" y="1783080"/>
            <a:ext cx="585216" cy="585216"/>
          </a:xfrm>
          <a:prstGeom prst="ellipse">
            <a:avLst/>
          </a:prstGeom>
          <a:solidFill>
            <a:srgbClr val="6C4CF5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44100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951976" y="2560320"/>
            <a:ext cx="2569464" cy="3566160"/>
          </a:xfrm>
          <a:prstGeom prst="roundRect">
            <a:avLst>
              <a:gd name="adj" fmla="val 4982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34856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A person decides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134856" y="3383280"/>
            <a:ext cx="220370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Accept, reject with a reason, or add the shot to the reshoot list.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Demo: AI candidate for 10 of 11 shots; a person accepted 5 and sent 3 to reshoot.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34856" y="568756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34856" y="568756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Four AI answers; only a person can mark a shot done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On the 26-clip test library: candidate 10 of 11 shots, partial 1, not found 0. In 8 simulated projects, 30 of 38 missing shots still got 'candidate'.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Candidate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Every rule passes on at least one clip. Still needs a person to accept.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Partial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Something matched but a rule failed or can't be decided: too short, one take of two, a manual check left (SH-10 on test).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Not found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Nothing reached the threshold in the analysed files. Not proof of absence; a reshoot card is suggested.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Unverifiable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Files failed to decode or are missing, so absence cannot be claimed. Fix the scope first.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Person: accepted / rejected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Bound to the shot's version. Edit the shot and the old decision no longer counts.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Outdated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Shot, footage, model or threshold changed since the run. The old answer is hidden, not reused.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 and which need a look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Before leaving, the crew sees which shots are confirmed and which need a l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Live app on 9 Commons clips (5.9 min, analysed in 22 s on GPU). Decisions were entered as a scripted demo review, not timed.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This demo project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AI candidate: 10 of 11 shots (91%)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Accepted by a person: 5 of 11 (45%); SH-11 still needs a second take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Partial: SH-10, the brand check is manual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Reshoot list: grinder, someone drinking, coffee bag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Coverage counts only shots a person accepted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Every answer plays its clip, and a person deci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SH-05 「咖啡倒入杯中或拉花，連續 3 秒」 (coffee or latte art poured into a cup, 3 s): espresso stream with no cup rejected; latte-art pour accepted. The person checks the action.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On this screen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Reject with a reason; reshoot needs one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Every decision is logged and can be undone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Original files are never touched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a reshoot list before the crew leaves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Shots without a usable clip go on a reshoot list before the crew lea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The AI still offered candidates for the grinder and someone drinking; a person rejected them and put both, with the coffee bag, on the list.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What the crew gets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3 cards: why it is missing, the closest clip, minimum length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Status: to decide → reshoot → shooting → done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actually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 on real footage: 10 of 12 cases right; misses are a finished latte and a re-encoded copy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SH-05 pour ≥ 3 s · SH-08 two people in a café, same frame, ≥ 2 s · SH-11 barista, 2 takes ≥ 3 s. CLIP sees a finished latte as 'pouring'; takes are told apart by file hash.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committed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the split (022 dev, 025 test); found after scoring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Human-checked labels on the original video are the first Stage II task;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11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Finding missing shots automatically does not work yet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Unit: one shot in one simulated 8-clip project (8 × 11 = 88): 38 missing, 50 present. Found = 'candidate'; can't decide = 'partial' or 'unverifiable'.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 split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6035040" cy="914400"/>
        </p:xfrm>
        <a:graphic>
          <a:graphicData uri="http://schemas.openxmlformats.org/drawingml/2006/table">
            <a:tbl>
              <a:tblPr/>
              <a:tblGrid>
                <a:gridCol w="1686261"/>
                <a:gridCol w="1065007"/>
                <a:gridCol w="1153758"/>
                <a:gridCol w="976256"/>
                <a:gridCol w="115375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ASKED, SHOT THERE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CAN'T DECIDE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34/38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22/50 (44%)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0/88 (0.0%)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4/38 (11%)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0/88 (0.0%)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38/38 (100%)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11/88 (12.5%)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30/38 (79%)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3977640"/>
            <a:ext cx="603504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41148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Where the missing shots sit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52628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SH-07 is missing in 8 of 8 projects; SH-03, SH-04, SH-10 in 6, 6, 6.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SceneGap answered 'candidate' for 30 of them and 'partial' for 8 (SH-10's manual brand check).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Why: at τ 0.225 only 14% of frames above the threshold show the shot, so almost every shot finds something.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only, after the test (not used to rescore)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240280"/>
          <a:ext cx="45720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5156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τ 0.225 (frozen)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τ 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τ 0.29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0.02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0.0475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Stage II target (PRD 21.5): wrong reshoot ≤ 5%. Best dev point inside it today: 18% of missing shots (margin 0.02). Per-shot thresholds next.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Frames over USB: about 9 MB per minute of video (estimate) on a 10 Gbps link. Before the device replaces the PC model it must pass six G1 checks against the PC (A1). Demo PC: Windows 11, RTX 4080; on a Mac SceneGap runs on CPU only.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Decoding is 2.1 of the 2.3 s per minute; the UGen300 would free the GPU or a laptop CPU, not shorten the run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Seconds per minute of video (desktop)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model is 32% of the CPU run and 7% of the GPU run. Stage II measures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47 automated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ENGINEERING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Who pays first: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One avoided reshoot day pays for the bundle 5–10 times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ylvzVr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ylvzVr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Today only the person's review avoids a reshoot (automatic detection 0/38); planned pickups are not savings.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right clip in top 5 for 7/11; missing shots caught 0/38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2.3 s per minute (GPU)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Fewer surprises in the edit: a reshoot list made before the crew leaves, with the evidence a person checked.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47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[Team name]</dc:creator>
  <cp:lastModifiedBy>[Team name]</cp:lastModifiedBy>
  <cp:revision>1</cp:revision>
  <dcterms:created xsi:type="dcterms:W3CDTF">2026-10-26T15:32:26Z</dcterms:created>
  <dcterms:modified xsi:type="dcterms:W3CDTF">2026-10-26T15:32:26Z</dcterms:modified>
</cp:coreProperties>
</file>