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96ef857d-18e0-0d31-5370-ea185cec43d7}">
          <p14:sldIdLst>
            <p14:sldId id="257"/>
            <p14:sldId id="258"/>
            <p14:sldId id="259"/>
          </p14:sldIdLst>
        </p14:section>
        <p14:section name="Solution" id="{6a45a535-8071-745e-e542-9265529cded6}">
          <p14:sldIdLst>
            <p14:sldId id="260"/>
            <p14:sldId id="261"/>
            <p14:sldId id="262"/>
            <p14:sldId id="263"/>
          </p14:sldIdLst>
        </p14:section>
        <p14:section name="Evidence" id="{e8652f6a-cd24-cbf6-a26c-7ebb930b2f2b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c461843a-b327-8db7-5f70-1cb418e26bbf}">
          <p14:sldIdLst>
            <p14:sldId id="271"/>
            <p14:sldId id="272"/>
          </p14:sldIdLst>
        </p14:section>
        <p14:section name="Business" id="{f4dc7303-71ab-6ddf-a58c-b457d2a3e9b5}">
          <p14:sldIdLst>
            <p14:sldId id="273"/>
            <p14:sldId id="274"/>
          </p14:sldIdLst>
        </p14:section>
        <p14:section name="Plan" id="{da26a0b5-fbaa-8be8-1e71-e44a28ff1fb9}">
          <p14:sldIdLst>
            <p14:sldId id="275"/>
          </p14:sldIdLst>
        </p14:section>
        <p14:section name="Appendix" id="{da49b7cc-00ce-4934-fcc8-072444f3e291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caught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wrong reshoot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XdEuQG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rm-rf-1 · github.com/yu9bryan/scenegap-edge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the laptop is busy backing up cards and making proxies, so nobody watches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597144"/>
                <a:gridCol w="3237429"/>
                <a:gridCol w="4046787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Missing shots on real café video: test 4 met both targets (65% caught, 3.8% wrong reshoots), but on still photos; test 3 video had 12% wrong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fixed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pass, so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fixed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Missing shots: on test 4 the check layer catches 65% at 3.8% wrong reshoots; both targets met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Each test set scored once; targets: caught ≥ 30%, wrong reshoot ≤ 5%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1188720"/>
                <a:gridCol w="1188720"/>
              </a:tblGrid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 (Oct 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alone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24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the top 3 candidates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32/91 (35%)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3/41 (7.3%)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39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every second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8/68 (12%)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3, post hoc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2/68 (2.9%)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4: 150 new photo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check, frozen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4/104 (3.8%)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4, preregistered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0/104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206240"/>
            <a:ext cx="6949440" cy="128016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3434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How: Qwen2-VL-2B answers each shot's check question ('Is ground coffee coming out of a grinder?') for every 1 s frame; 2 confirmed seconds in a row = present.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3's 8 wrong reshoots were borderline frames, so each alert shows the 3 most likely frames; test 4 then scored that look as a preregistered metric, simulated from the labels (assumes the person recognises the shot; not a user test).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4 is Commons photos as 4 s clips: fresh images, but no motion or cuts. Upper 95% bound on wrong reshoots: 9.5%.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New footage, % of shots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63840" y="1828800"/>
          <a:ext cx="3657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Labels: two AI passes and a blind third (κ 0.93–0.98), not yet checked by people. Next: real café video and a timed user test.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Unit: one shot in one simulated 8-clip project. eval/PROTOCOL.md (Stage 1.5–1.7); eval/verify16.py; eval/verify16_evidence.py; A8.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The editing PC is already busy; the AI models move to the UGen300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Why a plug-in device: the PC is already decoding, playing back and exporting, so it keeps only decoding and the app. First job: the CLIP image encoder. Second: the missing-shot verifier, Qwen2-VL-2B, which Hailo lists for Hailo-10H (slide 15). Frames over USB: about 9 MB per minute (estimate). Both models must pass G1-style checks against the PC first (A1).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On a busy laptop the model takes 32% of the CPU run; the UGen300 would take that load off the PC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CLIP index, s per minute of video (check layer not timed)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Model share: 32% of the CPU run, 7% of the GPU run; decoding (2.1 s per minute) stays on the PC. The check layer (Qwen2-VL-2B) is heavier and not timed yet. Stage II: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XdEuQG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XdEuQG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top 5 right for 7/11; missing shots: test 4 caught 65% at 3.8% wrong reshoots (0% with a simulated 3-frame look; photo clips)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CLIP index 2.3 s per minute (GPU); check layer not timed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crew leaves the location with a reshoot list and the evidence a person checked.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Code, data and results: github.com/yu9bryan/scenegap-edge (Apache-2.0). References: A13.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judging the device by matching vectors alone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52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 (VLM)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listed for Hailo-10H (GenAI zoo)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vendor 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the missing-shot verifier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52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A13 · References and source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158286"/>
                <a:gridCol w="5036001"/>
                <a:gridCol w="3687072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code (Apache-2.0)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 repository; release v0.1.0 has this deck and the video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github.com/yu9bryan/scenegap-edge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Summary, results and footage credits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yu9bryan.github.io/scenegap-edge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Radford et al., Learning Transferable Visual Models From Natural Language Supervision, ICML 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huggingface.co/openai/clip-vit-base-patch32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Wang et al., Qwen2-VL, arXiv:2409.12191,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huggingface.co/Qwen/Qwen2-VL-2B-Instruct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 UGen300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 UGen300 USB 8 GB tech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asus.com (UGen300 USB 8G tech spec)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 models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 Model Zoo, HAILO10H zero-shot classification; GenAI model list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github.com/hailo-ai/hailo_model_zoo; hailo_model_zoo_genai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Wikimedia Commons clips and photos, CC0 / PD / CC BY / CC BY-SA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datasets/manifests/*.json in the repo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Wilson score interval (Wilson 1927, JASA); Cohen's kappa (Cohen 1960)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eval/PROTOCOL.md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and competitors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OOH; vendor documentation and price pages (A11)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docs/research/BUSINESS_FACTS.md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 plan 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[S1]–[S20]: Hailo zoo configs, hailo-apps, community threads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docs/MODEL_PLAN.md, 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Full URLs and access dates are in the files named in the last column.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rm-rf-1</dc:creator>
  <cp:lastModifiedBy>rm-rf-1</cp:lastModifiedBy>
  <cp:revision>1</cp:revision>
  <dcterms:created xsi:type="dcterms:W3CDTF">2026-10-28T02:14:50Z</dcterms:created>
  <dcterms:modified xsi:type="dcterms:W3CDTF">2026-10-28T02:14:50Z</dcterms:modified>
</cp:coreProperties>
</file>