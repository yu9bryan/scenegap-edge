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65980235-6b7c-c53e-0fe2-43012c1d184a}">
          <p14:sldIdLst>
            <p14:sldId id="257"/>
            <p14:sldId id="258"/>
            <p14:sldId id="259"/>
          </p14:sldIdLst>
        </p14:section>
        <p14:section name="Solution" id="{cf52696a-f146-8248-61f9-6f8da98f13bb}">
          <p14:sldIdLst>
            <p14:sldId id="260"/>
            <p14:sldId id="261"/>
            <p14:sldId id="262"/>
            <p14:sldId id="263"/>
          </p14:sldIdLst>
        </p14:section>
        <p14:section name="Evidence" id="{94b25481-76d5-ec3c-3a0c-a8d5ffba8c32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efd7bd5b-d461-30f9-e587-24b1a41d11b2}">
          <p14:sldIdLst>
            <p14:sldId id="271"/>
            <p14:sldId id="272"/>
          </p14:sldIdLst>
        </p14:section>
        <p14:section name="Business" id="{cf9cb390-01f6-dca2-a9a2-90972efc0453}">
          <p14:sldIdLst>
            <p14:sldId id="273"/>
            <p14:sldId id="274"/>
          </p14:sldIdLst>
        </p14:section>
        <p14:section name="Plan" id="{eb271a91-620d-8473-6bc9-1c22182d684c}">
          <p14:sldIdLst>
            <p14:sldId id="275"/>
          </p14:sldIdLst>
        </p14:section>
        <p14:section name="Appendix" id="{7aad8d85-74be-a9c9-2b62-f0b45622086c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KltObm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Automatic missing-shot detection: 0 of 38 caught on test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does not work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Unit: one shot in one simulated 8-clip project (8 × 11 = 88): 38 missing, 50 present. Found = 'candidate'; can't decide = 'partial' or 'unverifiable'.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 split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6035040" cy="914400"/>
        </p:xfrm>
        <a:graphic>
          <a:graphicData uri="http://schemas.openxmlformats.org/drawingml/2006/table">
            <a:tbl>
              <a:tblPr/>
              <a:tblGrid>
                <a:gridCol w="1686261"/>
                <a:gridCol w="1065007"/>
                <a:gridCol w="1153758"/>
                <a:gridCol w="976256"/>
                <a:gridCol w="115375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THERE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CAN'T DECIDE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34/38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22/50 (44%)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4/38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(0.0%)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38/38 (100%)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11/88 (12.5%)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977640"/>
            <a:ext cx="603504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1148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Where the missing shots sit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52628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SH-07 is missing in 8 of 8 projects; SH-03, SH-04, SH-10 in 6, 6, 6.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SceneGap answered 'candidate' for 30 of them and 'partial' for 8 (SH-10's manual brand check).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Why: at τ 0.225 only 14% of frames above the threshold show the shot, so almost every shot finds something.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only, after the test (not used to rescore)</a:t>
            </a:r>
            <a:endParaRPr lang="en-US" sz="13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240280"/>
          <a:ext cx="4572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0.225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τ 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0.0475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Target (PRD 21.5): wrong reshoot ≤ 5%. Inside it on dev: margin 0.0075, 11/89 caught at 0/131. Margin 0.02 gives 16/89 at 7/131 = 5.3%, just over.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Frames over USB: about 9 MB per minute of video (estimate) on a 10 Gbps link. Before the device replaces the PC model it must pass six G1 checks against the PC (A1). Demo PC: Windows 11, RTX 4080; on a Mac SceneGap runs on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KltObm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KltObm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right clip in top 5 for 7/11; missing shots caught 0/38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47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47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2026-10-26T16:17:35Z</dcterms:created>
  <dcterms:modified xsi:type="dcterms:W3CDTF">2026-10-26T16:17:35Z</dcterms:modified>
</cp:coreProperties>
</file>