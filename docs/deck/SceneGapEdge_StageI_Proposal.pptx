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17f59865-26f7-6168-2a13-80f0d1073fa5}">
          <p14:sldIdLst>
            <p14:sldId id="257"/>
            <p14:sldId id="258"/>
            <p14:sldId id="259"/>
          </p14:sldIdLst>
        </p14:section>
        <p14:section name="Solution" id="{9f5b9302-7c52-7b75-6165-a7519bc02f03}">
          <p14:sldIdLst>
            <p14:sldId id="260"/>
            <p14:sldId id="261"/>
            <p14:sldId id="262"/>
            <p14:sldId id="263"/>
          </p14:sldIdLst>
        </p14:section>
        <p14:section name="Evidence" id="{6d66e4d6-0d80-fa74-ecc7-72951f92ecef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eb00e83b-427a-ec63-b23f-896753a5b5e0}">
          <p14:sldIdLst>
            <p14:sldId id="271"/>
            <p14:sldId id="272"/>
          </p14:sldIdLst>
        </p14:section>
        <p14:section name="Business" id="{724f40df-b0a3-3839-cce6-bfe54c548e76}">
          <p14:sldIdLst>
            <p14:sldId id="273"/>
            <p14:sldId id="274"/>
          </p14:sldIdLst>
        </p14:section>
        <p14:section name="Plan" id="{63993a48-72c2-b072-b5b4-3c01201293da}">
          <p14:sldIdLst>
            <p14:sldId id="275"/>
          </p14:sldIdLst>
        </p14:section>
        <p14:section name="Appendix" id="{f995f92a-431b-fb5f-ab3f-88d1f1e739f3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Test 2</c:v>
                  </c:pt>
                  <c:pt idx="1">
                    <c:v>Test 3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Test 2</c:v>
                  </c:pt>
                  <c:pt idx="1">
                    <c:v>Test 3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</c:v>
                </c:pt>
                <c:pt idx="1">
                  <c:v>12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KlS2NE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at ≤ 5% wrong reshoots: on new footage the check layer catches 50%, but 12% of its reshoot calls are wrong; a 3-frame look brings that to 3% (post hoc, 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new footage the check layer catches 50%; wrong reshoots 12%, under 5% only after a 3-frame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a person looks at 3 frames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977640"/>
            <a:ext cx="6949440" cy="1508760"/>
          </a:xfrm>
          <a:prstGeom prst="roundRect">
            <a:avLst>
              <a:gd name="adj" fmla="val 848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11480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The 8 wrong reshoots are borderline frames: café interiors in an old film and a cat café, a coffee pod as a 'package', a mug on a drip tray.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So each missing-shot alert shows the 3 most likely frames; the 3-frame row was defined after test 3 and still needs new footage.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Commons has no more coffee footage, so the next check needs a real shoot. Labels: two AI passes and a third (κ 0.94–0.98), not yet checked by people.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1.5, 1.6);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KlS2NE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KlS2NE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 caught 50% on new footage at 12% wrong reshoots (3% after a 3-frame look, post hoc)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product effect, not just matching vectors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48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48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2026-10-26T23:45:54Z</dcterms:created>
  <dcterms:modified xsi:type="dcterms:W3CDTF">2026-10-26T23:45:54Z</dcterms:modified>
</cp:coreProperties>
</file>