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472eec74-8d88-b0d8-c49c-e3180b7b9e0b}">
          <p14:sldIdLst>
            <p14:sldId id="257"/>
            <p14:sldId id="258"/>
            <p14:sldId id="259"/>
          </p14:sldIdLst>
        </p14:section>
        <p14:section name="Solution" id="{b5e50063-db8c-2da7-a2ab-d0276fdd6fa6}">
          <p14:sldIdLst>
            <p14:sldId id="260"/>
            <p14:sldId id="261"/>
            <p14:sldId id="262"/>
            <p14:sldId id="263"/>
          </p14:sldIdLst>
        </p14:section>
        <p14:section name="Evidence" id="{2443fd02-c42a-5d8c-9e46-9be3a86f85ac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e9bb7ef5-14c4-644d-37df-0cb98dddcd32}">
          <p14:sldIdLst>
            <p14:sldId id="271"/>
            <p14:sldId id="272"/>
          </p14:sldIdLst>
        </p14:section>
        <p14:section name="Business" id="{37c0d3b9-424e-a9df-0821-19cc718dda27}">
          <p14:sldIdLst>
            <p14:sldId id="273"/>
            <p14:sldId id="274"/>
          </p14:sldIdLst>
        </p14:section>
        <p14:section name="Plan" id="{1461371e-8750-e2df-7782-2822966f2e9a}">
          <p14:sldIdLst>
            <p14:sldId id="275"/>
          </p14:sldIdLst>
        </p14:section>
        <p14:section name="Appendix" id="{2f5e2143-acb8-3391-e654-2d412c8e30e9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iRM3xN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pass, so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metric, simulated from the labels (assumes the person recognises the shot; not a user test).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CLIP index, s per minute of video (check layer not timed)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iRM3xN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iRM3xN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with a simulated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CLIP index 2.3 s per minute (GPU); check layer not timed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crew leaves the location with a reshoot list and the evidence a person checked.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Code, data and results: github.com/yu9bryan/scenegap-edge (Apache-2.0). References: A13.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the device by matching vectors alone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52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52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A13 · References and source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158286"/>
                <a:gridCol w="5036001"/>
                <a:gridCol w="3687072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code (Apache-2.0)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 repository; release v0.1.0 has this deck and the video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github.com/yu9bryan/scenegap-edge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Summary, results and footage credits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yu9bryan.github.io/scenegap-edge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Radford et al., Learning Transferable Visual Models From Natural Language Supervision, ICML 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huggingface.co/openai/clip-vit-base-patch32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Wang et al., Qwen2-VL, arXiv:2409.12191,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huggingface.co/Qwen/Qwen2-VL-2B-Instruct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 USB 8 GB tech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asus.com (UGen300 USB 8G tech spec)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 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 Model Zoo, HAILO10H zero-shot classification; GenAI model list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github.com/hailo-ai/hailo_model_zoo; hailo_model_zoo_genai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Wikimedia Commons clips and photos, CC0 / PD / CC BY / CC BY-SA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datasets/manifests/*.json in the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Wilson score interval (Wilson 1927, JASA); Cohen's kappa (Cohen 1960)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eval/PROTOCOL.md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and competitors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OOH; vendor documentation and price pages (A11)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docs/research/BUSINESS_FACTS.md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plan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[S1]–[S20]: Hailo zoo configs, hailo-apps, community threads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docs/MODEL_PLAN.md,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Full URLs and access dates are in the files named in the last column.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2026-10-28T01:39:14Z</dcterms:created>
  <dcterms:modified xsi:type="dcterms:W3CDTF">2026-10-28T01:39:14Z</dcterms:modified>
</cp:coreProperties>
</file>