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17f594a6-e4c1-0683-8936-8bb0449f3fff}">
          <p14:sldIdLst>
            <p14:sldId id="257"/>
            <p14:sldId id="258"/>
          </p14:sldIdLst>
        </p14:section>
        <p14:section name="Solution" id="{e1a3e19d-ab88-ef00-7439-af459f9f5836}">
          <p14:sldIdLst>
            <p14:sldId id="259"/>
            <p14:sldId id="260"/>
            <p14:sldId id="261"/>
            <p14:sldId id="262"/>
            <p14:sldId id="263"/>
          </p14:sldIdLst>
        </p14:section>
        <p14:section name="Hardware" id="{b4fb1340-d022-fcc4-c85e-4f06924850a4}">
          <p14:sldIdLst>
            <p14:sldId id="264"/>
            <p14:sldId id="265"/>
          </p14:sldIdLst>
        </p14:section>
        <p14:section name="Evidence" id="{25e529fd-e69e-fef7-b9b3-1430a3151a49}">
          <p14:sldIdLst>
            <p14:sldId id="266"/>
            <p14:sldId id="267"/>
            <p14:sldId id="268"/>
            <p14:sldId id="269"/>
            <p14:sldId id="270"/>
          </p14:sldIdLst>
        </p14:section>
        <p14:section name="Engineering" id="{b9c2d9c4-0346-c4cc-5fe1-39d07ef0fb73}">
          <p14:sldIdLst>
            <p14:sldId id="271"/>
          </p14:sldIdLst>
        </p14:section>
        <p14:section name="Business" id="{4cd49748-cbae-ad5e-c117-719f0fc55aba}">
          <p14:sldIdLst>
            <p14:sldId id="272"/>
            <p14:sldId id="273"/>
          </p14:sldIdLst>
        </p14:section>
        <p14:section name="Plan" id="{ea574385-e463-6d11-b68c-2126293677ec}">
          <p14:sldIdLst>
            <p14:sldId id="274"/>
            <p14:sldId id="275"/>
            <p14:sldId id="276"/>
          </p14:sldIdLst>
        </p14:section>
        <p14:section name="Appendix" id="{964ba821-e602-30b5-1da7-8d4d01e884b8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a shot-list checker, not another footage search. Everything measured is on a desktop CPU/GPU reference; UGen300 numbers are not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scenario built from PRD ch.4 user tasks; not an interview. The user study is Stage II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split: the image tower is the repeated per-frame cost; the text tower runs once per query. Same checkpoint keeps the pair compatible.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Annotators are separate AI sessions reading contact sheets, not people watching video; stated as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cbhqvj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Checks your shot list against your footage, on your own computer, before the crew leaves the location.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Local-first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210312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10312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confirms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65176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5176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crew, café, client sign-off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Editors can search footage; none checks length, takes or same-frame rules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1438858"/>
                <a:gridCol w="1708643"/>
                <a:gridCol w="2158286"/>
                <a:gridCol w="1259000"/>
                <a:gridCol w="14388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SEARCHES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 DURATION / TAKES /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~$22.99/mo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 (likely)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$295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(beta)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$25/member/mo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$49/mo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to shot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done/pending only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upload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listed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and says when it can't tell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slide 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Search tells you where a cup appears. SceneGap checks each clip against the shot's rules, for a person to confirm.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pages and trade press, accessed 2026-10-26; full list with URLs in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confirms the English query for the model and adds rules: min. length, takes, same-frame.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Find camera cuts and sample one frame per second on the original timecode; CLIP turns each frame into a searchable vector.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 today → 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Check length, takes and same-frame rules on the matching frames. When unsure, look again every 0.25 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Decide with evidence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Candidate / partial / not found / unverifiable, each with playable clips. A person accepts, or adds the shot to the reshoot list.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239512"/>
            <a:ext cx="10881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UGen300 box = planned route A; today the same model runs on the host CPU/GPU and is labelled cpu-/cuda-reference.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AI gives one of four answers; only a person can mark a shot done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AI's answer and the person's answer are stored separately; only the person's counts as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segment.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is undecided: too short, one take of two, a manual check left.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scope. A reshoot card is proposed, with the nearest frames to check first.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Human: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requirement revision. Edit the requirement and the old acceptance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Requirement, footage, model or threshold changed since the run. The old verdict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 and which need a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Before leaving, the crew sees which shots are confirmed and which need a l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Wikimedia Commons clips after a CLIP run and a short human review. Frames are real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Read in one pass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Each row: the shot, the AI's answer, the person's decision, the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confirmed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Filters: waiting for review, missing,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answer plays its cl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Latte-art clip accepted for 'coffee poured into a cup'; the espresso-only clip before it was rejected (no cup in frame).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One click per decision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Accept, reject, adjust the range, add to reshoot list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nobody could find go on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Shots nobody could find go on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Same demo: a person rejected the grinder and drinking candidates and put them, with the coffee bag, on the reshoot list.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The shot, why it is missing, the closest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Minimum length and how it will be checked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decide → reshoot → shooting →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UGen300 takes the image encoder; the host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761611" y="1481328"/>
            <a:ext cx="8638297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UGen300 takes the image encoder; the host keeps the r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4763" y="1554480"/>
            <a:ext cx="8491993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34763" y="5733288"/>
            <a:ext cx="8491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Plan (ADR-002): the image half of CLIP ViT-B/32 runs on the UGen300 as Hailo's precompiled model; the text half and every rule check stay on the PC.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we trust the UGen300, its results must match the PC's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G1 = five checks that the device ranks clips the same way as the PC, on the same dev frames.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1079143"/>
                <a:gridCol w="4496430"/>
                <a:gridCol w="2877715"/>
                <a:gridCol w="2428072"/>
              </a:tblGrid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Recall@5, each backend with its own 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fp32 − 3 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(self-check)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 without fooling ourselves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Protocol first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Metrics, split, threshold rule committed to git before any label existed.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Shot list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11 café-promo shots and queries written before any frame was seen.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Two AI annotators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Independent AI labelling sessions on 1 fps contact sheets; a third pass on every disagreement.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Dev only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Threshold τ and crop policy chosen on dev clips, then frozen.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Test once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Held-out authors, scored once; the script refuses a second run.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Real footage, open licences, not shot by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C:\Users\yu9br\AppData\Local\Temp\neo-cbhqvj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5669280" cy="2011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7033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6E2"/>
                </a:solidFill>
              </a:rPr>
              <a:t>Wikimedia Commons clips, 25 min, every licence and SHA-256 in the manifest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720840" y="1600200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8" name="Image 1" descr="C:\Users\yu9br\AppData\Local\Temp\neo-cbhqvj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65376"/>
            <a:ext cx="1737360" cy="7955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823960" y="160020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agreement between two AI annotators (Cohen's κ; 1 = perfect)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20840" y="3090672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1" name="Image 2" descr="C:\Users\yu9br\AppData\Local\Temp\neo-cbhqvj\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355848"/>
            <a:ext cx="1737360" cy="7955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823960" y="3090672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test / dev clips, split by author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720840" y="4581144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4" name="Image 3" descr="C:\Users\yu9br\AppData\Local\Temp\neo-cbhqvj\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846320"/>
            <a:ext cx="1737360" cy="7955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823960" y="4581144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shots, incl. a same-frame rule and a manual brand check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Licences: CC BY-SA 4.0 ×15, CC BY 3.0 ×9, CC0 ×8, CC BY-SA 3.0 ×4, public domain ×3, CC BY 4.0 ×3, CC BY 2.0 ×2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the rule checks cost one hit against plain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327358"/>
                <a:gridCol w="34172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 (RECALL@5)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THAT ARE RIGHT (PRECISION@5)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95% CI 21–72%)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95% CI 20–57%)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 search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95% CI 43–90%)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(22/55, 95% CI 28–53%)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SceneGap: + length, re-check, same-frame rules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95% CI 35–85%)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(18/55, 95% CI 22–46%)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26 held-out clips, scored once with τ = 0.225. A hit needs 0.5 s of overlap, so Recall@5 does not test the length rules.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Wilson 95% intervals.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is the open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237429"/>
                <a:gridCol w="1798572"/>
                <a:gridCol w="1978429"/>
                <a:gridCol w="1618715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WAS THERE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COULDN'T DECIDE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SAID 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threshold was tuned for single frames, so almost every shot finds some candidate. On dev, a relative score catches 33% of gaps at 11% wrong reshoots; Stage II calibrates per shot.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explore_dev_gap_tradeoff.json (dev only).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Analysis costs 2.3–3.1 s per minute of video; decoding, not the model, dominates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98572"/>
                <a:gridCol w="2697858"/>
                <a:gridCol w="2518001"/>
                <a:gridCol w="2338143"/>
                <a:gridCol w="152878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 (DECODE + EMBED)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SEARCH, TYPICAL / SLOWEST 5% (10K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CPU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cuda-reference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GeForce RTX 4080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Playing a 1080p30 test pattern while analysing: 0 of 1,800 frames late; slowest 5% of frames 5.7 ms idle, 7.5 ms with CPU analysis, 6.2 ms with GPU (budget 33 ms).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eval/results/perf.json, interference.json.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46 automated tests cover media edge cases, logic, security and recovery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30 of the PRD's 36 acceptance cases pass by test; a fresh-environment install passes all 46 tests.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Fresh venv from the public index passes the suite; Dockerfile and CI included; Apache-2.0.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pays: small crews and freelance editors who shoot on location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597144"/>
                <a:gridCol w="314750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 (2025)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32,600; 35% self-employed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(May 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yr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small crew (estimate)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(TW); $800–1,500 (US)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quotes; rate cards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 (estimate, partly verified)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practice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tick off shots and schedule pickup shots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StudioBinder guide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Value per project ≈ review hours saved × rate + avoided reshoot day − setup and review time. Unproven until the Stage II user study.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dates, verified flags).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Pricing hypothesis: one-time licence, sold with the accelerator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All prices here are hypotheses to test in interviews (PRD 22.3), not a market claim. ASUS has not endorsed this product.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Perpetual licence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Local-first users dislike per-minute upload pricing. Benchmark: Resolve Studio $295, Final Cut $299.99 one-time.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With UGen300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UGen300 USB reported at $299.99 (CNX Software). A bundle adds a concrete creator workflow to a USB accelerator.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Template packs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Reusable shot-list templates per genre (café, product, event) with tuned queries; yearly updates.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Stage II: device, users, Chinese queries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G1 on a UGen300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Run the HEF image encoder; pass G1a–d or report the failure and stay on cpu-reference.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Speed with the device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Same clips, CPU vs GPU vs NPU; playback interference in a real editing-app timeline.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manual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5–6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so Chinese shot lists need no English query; adopt only if it finds as many dev shots.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Hints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Optional person counts and text detection, each behind its own check.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cpu-reference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cut splits a long take → false 'too short'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cut makes the length check say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τ fits some queries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query drifts from the Chinese requirement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English search phrase; multilingual model only after its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annotators, Commons footage, small test split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 CIs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 checks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Temp\neo-cbhqvj\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86868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D6"/>
                </a:solidFill>
              </a:rPr>
              <a:t>SceneGap Edge · checks your shot list against your footage, on your own computer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7947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Checks the shot list, not just the footage: length, takes, same frame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Finds the right clip in the top 5 for 7 of 11 shots on held-out footage; a person confirms each one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Next: the image encoder on UGen300, per-shot thresholds for missing-shot detection, and a user study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(1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Cadaques cafe de la habana 2008 august converted YAN3.ogv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Cliché Online (Yan.)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Merry X-mas at Kranzler.webm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C.Suthorn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 Cafe inflatable waving character.webm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Andy 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Rateel cafe music2.webm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Iainsimpsonstewart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Starbucks en la aĉetcentro Kristall (Tjumeno).webm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RG72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Interior Paragon Café Katoomba.ogv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Bluedawe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Operation Ghost Stories - Video 01.webm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FBI – Federal Bureau of Investigation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Bean &amp; Tea Leaf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Kelliks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“走线客”过境墨西哥 不忘来杯星巴克.webm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美国之音中文网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(2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Color sorter coffeebeans.webm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AlexanderKlink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from dan 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Denis kasozi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Traditional Ethiopian Coffee Roasting Ceremony.webm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Keria 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Despulpadora.ogg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Jhonespe150102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Sunday Morning Espresso Routine - Grind + distribute + tamp + extraction (15-Second Abridged Version).webm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Кофемельница JURA 43.webm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Gontcharik.petr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 Espresso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(3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Der perfekte Espresso aus dem Siebträger.ogv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Pour Over.ogv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 Lazinskiy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of a coffee press.ogv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Daniel Case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Schritt für Schritt - Kaffeezubereitung mit der Chemex.ogv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leaf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Nespresso machine.ogv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Kjetil Ree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man pours Arabic coffee.ogv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Sarah Canbel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Servido tradicional de café etíope.webm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ProtoplasmaKid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How to brew Coffee using the laws of physics - with the Hario Syphon Technica.webm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Circle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(4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Bosnian coffee with rahat lokum, Kujundziluk and Old Bridge in Mostar - Bosnia and Herzegovina (2026)-bs.webm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Minja Klarić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cup of Kenyan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Queen Asali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salute.webm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White House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Turkish tea 2015.webm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Klapi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Jane pouring beer fast.webm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Angulidayaaluta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Turkovich Family Wines - June 2019 - Stierch 03.ogv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Missvain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Drinking glass symphony.ogv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IMG 4512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Thermochromic mug.webm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wub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IrishTraditionalMusic-IrishPub-Tokyo-2016-2-24.webm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Nesnad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Couple holding hands.webm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YouTube user “Editor”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2026-10-26T13:22:44Z</dcterms:created>
  <dcterms:modified xsi:type="dcterms:W3CDTF">2026-10-26T13:22:44Z</dcterms:modified>
</cp:coreProperties>
</file>