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47163dec-5bb8-a4d2-d5d7-15970ca20454}">
          <p14:sldIdLst>
            <p14:sldId id="257"/>
            <p14:sldId id="258"/>
            <p14:sldId id="259"/>
          </p14:sldIdLst>
        </p14:section>
        <p14:section name="Solution" id="{fa8f493a-deae-80c0-212d-a4b89eef0f56}">
          <p14:sldIdLst>
            <p14:sldId id="260"/>
            <p14:sldId id="261"/>
            <p14:sldId id="262"/>
            <p14:sldId id="263"/>
          </p14:sldIdLst>
        </p14:section>
        <p14:section name="Evidence" id="{640c3731-7df1-b75e-6cd4-79c2ad969b58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f6ea4b1a-ec2a-57cb-ace5-e37c53319ce3}">
          <p14:sldIdLst>
            <p14:sldId id="271"/>
            <p14:sldId id="272"/>
          </p14:sldIdLst>
        </p14:section>
        <p14:section name="Business" id="{8d1aa258-2594-819f-5d25-9e0d9657a7c5}">
          <p14:sldIdLst>
            <p14:sldId id="273"/>
            <p14:sldId id="274"/>
          </p14:sldIdLst>
        </p14:section>
        <p14:section name="Plan" id="{079a343e-6503-bc86-f27f-3cf3b803e751}">
          <p14:sldIdLst>
            <p14:sldId id="275"/>
          </p14:sldIdLst>
        </p14:section>
        <p14:section name="Appendix" id="{e8eeb263-c554-46d6-aa46-87f00919d37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UBwHE3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metric, simulated from the labels (assumes the person recognises the shot; not a user test).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CLIP index, s per minute of video (check layer not timed)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UBwHE3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UBwHE3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with a simulated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CLIP index 2.3 s per minute (GPU); check layer not timed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48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48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2026-10-27T19:39:50Z</dcterms:created>
  <dcterms:modified xsi:type="dcterms:W3CDTF">2026-10-27T19:39:50Z</dcterms:modified>
</cp:coreProperties>
</file>