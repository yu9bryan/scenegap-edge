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e0ea9e56-22f7-7dd7-a9ad-0ea9c2888fa6}">
          <p14:sldIdLst>
            <p14:sldId id="257"/>
            <p14:sldId id="258"/>
            <p14:sldId id="259"/>
          </p14:sldIdLst>
        </p14:section>
        <p14:section name="Solution" id="{ebaa678c-8590-db24-be11-554536d4ed9a}">
          <p14:sldIdLst>
            <p14:sldId id="260"/>
            <p14:sldId id="261"/>
            <p14:sldId id="262"/>
            <p14:sldId id="263"/>
          </p14:sldIdLst>
        </p14:section>
        <p14:section name="Evidence" id="{a076416e-443f-173b-399c-c885d1b0349f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8ad11ade-1605-dee0-e4ad-b348ce3178dc}">
          <p14:sldIdLst>
            <p14:sldId id="271"/>
            <p14:sldId id="272"/>
          </p14:sldIdLst>
        </p14:section>
        <p14:section name="Business" id="{0d711497-11a3-a7b4-5c97-520241607ad1}">
          <p14:sldIdLst>
            <p14:sldId id="273"/>
            <p14:sldId id="274"/>
          </p14:sldIdLst>
        </p14:section>
        <p14:section name="Plan" id="{29da67d4-9779-fafa-254d-e710bd0712f9}">
          <p14:sldIdLst>
            <p14:sldId id="275"/>
          </p14:sldIdLst>
        </p14:section>
        <p14:section name="Appendix" id="{69158d99-c374-75c7-17f8-d6338e6e7ea7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missing caught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wrong reshoot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tDQMkm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rm-rf-1 · github.com/yu9bryan/scenegap-edge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597144"/>
                <a:gridCol w="3237429"/>
                <a:gridCol w="4046787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(LENGTH, TAKES,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search: whole clips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others). More tools and prices: A11.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Missing shots on real café video: test 4 met both targets (65% caught, 3.8% wrong reshoots), but on still photos; test 3 video had 12% wrong (slide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 as fixed before any frame was seen (eval/requirements.json, 10/26 18:09)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4856102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74637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demo review stopped at the top 3; the 4th candidate was a valid grinding clip (next page)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Fixed: the card now shows how many candidates a person checked (已檢查 3／5) and warns when some are unchecked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pass, so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check: 10 of 12 right; both misses are false acceptances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Open: an action check (a finished latte passes as 'pouring') and re-encoded-take dedup. Such passes stay 'candidate, a person confirms', never done.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fixed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(022 dev, 025 test); without the 2 projects holding 025, SceneGap still catches 0/31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Simulated projects reuse the same clips, so they are not independent shoots. Human-checked labels on the original video come next;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Missing shots: on test 4 the check layer catches 65% at 3.8% wrong reshoots; both targets met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Each test set scored once; targets: caught ≥ 30%, wrong reshoot ≤ 5%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1188720"/>
                <a:gridCol w="1188720"/>
              </a:tblGrid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 (Oct 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alone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24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the top 3 candidates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32/91 (35%)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3/41 (7.3%)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39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every second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8/68 (12%)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3, post hoc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+ 3-frame look (simulated)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2/68 (2.9%)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4: 150 new photo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check, frozen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4/104 (3.8%)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4, preregistered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+ 3-frame look (simulated)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0/104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206240"/>
            <a:ext cx="6949440" cy="128016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3434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How: Qwen2-VL-2B answers each shot's check question ('Is ground coffee coming out of a grinder?') for every 1 s frame; 2 confirmed seconds in a row = present.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3's 8 wrong reshoots were borderline frames, so each alert shows the 3 most likely frames; test 4 then scored that look as a preregistered metric, simulated from the labels (assumes the person recognises the shot; not a user test).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4 is Commons photos as 4 s clips: fresh images, but no motion or cuts. Upper 95% bound on wrong reshoots: 9.5%.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New footage, % of shots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63840" y="1828800"/>
          <a:ext cx="36576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Labels: two AI passes and a blind third (κ 0.93–0.98), not yet checked by people. Next: real café video and a timed user test.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Unit: one shot in one simulated 8-clip project. eval/PROTOCOL.md (Stage 1.5–1.7); eval/verify16.py; eval/verify16_evidence.py; A8.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Second device job: the missing-shot verifier, Qwen2-VL-2B, which Hailo lists for Hailo-10H (slide 15). Frames over USB: about 9 MB per minute (estimate). Both models must pass G1-style checks against the PC first (A1). Demo PC: Windows 11, RTX 4080; Mac: CPU only.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Measured: decoding is 2.1 of the 2.3 s per minute; a UGen300 would free the GPU or a laptop CPU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CLIP index, s per minute of video (check layer not timed)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model is 32% of the CPU run and 7% of the GPU run. Stage II measures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Sourced: who pays first is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Hypothesis: one prevented reshoot could offset the device cost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tDQMkm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tDQMkm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Device price only: the on-site computer, setup, upkeep and the person's time are extra. Test it: two groups check one card, by hand vs with SceneGap.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top 5 right for 7/11; missing shots: test 4 caught 65% at 3.8% wrong reshoots (0% with a simulated 3-frame look; photo clips)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CLIP index 2.3 s per minute (GPU); check layer not timed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crew leaves the location with a reshoot list and the evidence a person checked.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Code, data and results: github.com/yu9bryan/scenegap-edge (Apache-2.0). References: A13.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A1b · After G1: product-level checks on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4406501"/>
                <a:gridCol w="233814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PROTECTS AGAINST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agreement, UGen300 vs PC, on dev projects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quantisation causing more false acceptances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end-to-end analysis time for a 60 s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device that is fast in the zoo but slow over USB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Editing-app playback and scrubbing with analysis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claiming host relief without measuring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Whole-system extra power (meter at the wall)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quoting 2.5 W as the system's 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 and wrong reshoots on new footage, verifier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judging the device by matching vectors alone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Model agreement (G1) is necessary, not sufficient: the product effect is measured on new footage.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52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 (VLM)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listed for Hailo-10H (GenAI zoo)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vendor 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the missing-shot verifier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52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A13 · References and source code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158286"/>
                <a:gridCol w="5036001"/>
                <a:gridCol w="3687072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code (Apache-2.0)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 repository; release v0.1.0 has this deck and the video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github.com/yu9bryan/scenegap-edge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Summary, results and footage credits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yu9bryan.github.io/scenegap-edge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Radford et al., Learning Transferable Visual Models From Natural Language Supervision, ICML 2021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huggingface.co/openai/clip-vit-base-patch32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Wang et al., Qwen2-VL, arXiv:2409.12191, 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huggingface.co/Qwen/Qwen2-VL-2B-Instruct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 UGen300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 UGen300 USB 8 GB tech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asus.com (UGen300 USB 8G tech spec)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 models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 Model Zoo, HAILO10H zero-shot classification; GenAI model list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github.com/hailo-ai/hailo_model_zoo; hailo_model_zoo_genai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Wikimedia Commons clips and photos, CC0 / PD / CC BY / CC BY-SA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datasets/manifests/*.json in the repo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Wilson score interval (Wilson 1927, JASA); Cohen's kappa (Cohen 1960)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eval/PROTOCOL.md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and competitors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OOH; vendor documentation and price pages (A11)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docs/research/BUSINESS_FACTS.md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 plan 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[S1]–[S20]: Hailo zoo configs, hailo-apps, community threads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docs/MODEL_PLAN.md, 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Full URLs and access dates are in the files named in the last column.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rm-rf-1</dc:creator>
  <cp:lastModifiedBy>rm-rf-1</cp:lastModifiedBy>
  <cp:revision>1</cp:revision>
  <dcterms:created xsi:type="dcterms:W3CDTF">2026-10-28T01:56:21Z</dcterms:created>
  <dcterms:modified xsi:type="dcterms:W3CDTF">2026-10-28T01:56:21Z</dcterms:modified>
</cp:coreProperties>
</file>