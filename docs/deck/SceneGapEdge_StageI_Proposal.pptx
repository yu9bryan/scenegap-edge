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563bfe6a-5d27-a90e-b8eb-41550b06df74}">
          <p14:sldIdLst>
            <p14:sldId id="257"/>
            <p14:sldId id="258"/>
            <p14:sldId id="259"/>
          </p14:sldIdLst>
        </p14:section>
        <p14:section name="Solution" id="{8ef56636-3085-42c9-1222-61325294137a}">
          <p14:sldIdLst>
            <p14:sldId id="260"/>
            <p14:sldId id="261"/>
            <p14:sldId id="262"/>
            <p14:sldId id="263"/>
          </p14:sldIdLst>
        </p14:section>
        <p14:section name="Evidence" id="{f10056b2-d60b-85be-06a3-c75fa974e9e4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9c7e1fe1-f9bb-0d1c-1454-e85be81efe99}">
          <p14:sldIdLst>
            <p14:sldId id="271"/>
            <p14:sldId id="272"/>
          </p14:sldIdLst>
        </p14:section>
        <p14:section name="Business" id="{af14c1c3-fe52-1d4e-9ba8-67993b4b1bf6}">
          <p14:sldIdLst>
            <p14:sldId id="273"/>
            <p14:sldId id="274"/>
          </p14:sldIdLst>
        </p14:section>
        <p14:section name="Plan" id="{f8fae61f-41d4-bed0-aff9-e426983332c2}">
          <p14:sldIdLst>
            <p14:sldId id="275"/>
          </p14:sldIdLst>
        </p14:section>
        <p14:section name="Appendix" id="{3ca755dd-3386-03fb-aea5-db993730d596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x8W1gX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rm-rf-1 · github.com/yu9bryan/scenegap-edge · demo: youtu.be/CFYIqu2dkiM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the laptop is busy backing up cards and making proxies, so nobody watches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597144"/>
                <a:gridCol w="3237429"/>
                <a:gridCol w="40467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fixed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pass, so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fixed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+ 3-frame look (simulated)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metric, simulated from the labels (assumes the person recognises the shot; not a user test).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editing PC is already busy; the AI models move to the UGen300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Why a plug-in device: the PC is already decoding, playing back and exporting, so it keeps only decoding and the app. First job: the CLIP image encoder. Second: the missing-shot verifier, Qwen2-VL-2B, which Hailo lists for Hailo-10H (slide 15). Frames over USB: about 9 MB per minute (estimate). Both models must pass G1-style checks against the PC first (A1).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 a busy laptop the model takes 32% of the CPU run; the UGen300 would take that load off the PC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CLIP index, s per minute of video (check layer not timed)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Model share: 32% of the CPU run, 7% of the GPU run; decoding (2.1 s per minute) stays on the PC. The check layer (Qwen2-VL-2B) is heavier and not timed yet. Stage II: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x8W1gX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x8W1gX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with a simulated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CLIP index 2.3 s per minute (GPU); check layer not timed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crew leaves the location with a reshoot list and the evidence a person checked.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Code, data and results: github.com/yu9bryan/scenegap-edge (Apache-2.0). Demo video: youtu.be/CFYIqu2dkiM. References: A13.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the device by matching vectors alone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52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52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A13 · References and source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158286"/>
                <a:gridCol w="5036001"/>
                <a:gridCol w="3687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code (Apache-2.0)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 repository; release v0.1.0 has this deck and the video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github.com/yu9bryan/scenegap-edge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Summary, results and footage credits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yu9bryan.github.io/scenegap-edge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video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 demo, 2:58, English narration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youtu.be/CFYIqu2dkiM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Radford et al., Learning Transferable Visual Models From Natural Language Supervision, ICML 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huggingface.co/openai/clip-vit-base-patch32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Wang et al., Qwen2-VL, arXiv:2409.12191,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huggingface.co/Qwen/Qwen2-VL-2B-Instruct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 UGen300 USB 8 GB tech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asus.com (UGen300 USB 8G tech spec)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 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 Model Zoo, HAILO10H zero-shot classification; GenAI model list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github.com/hailo-ai/hailo_model_zoo; hailo_model_zoo_genai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Wikimedia Commons clips and photos, CC0 / PD / CC BY / CC BY-SA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datasets/manifests/*.json in the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Wilson score interval (Wilson 1927, JASA); Cohen's kappa (Cohen 1960)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eval/PROTOCOL.md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and competitors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OOH; vendor documentation and price pages (A11)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docs/research/BUSINESS_FACTS.md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plan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[S1]–[S20]: Hailo zoo configs, hailo-apps, community threads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docs/MODEL_PLAN.md, 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Full URLs and access dates are in the files named in the last column.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rm-rf-1</dc:creator>
  <cp:lastModifiedBy>rm-rf-1</cp:lastModifiedBy>
  <cp:revision>1</cp:revision>
  <dcterms:created xsi:type="dcterms:W3CDTF">2026-10-28T02:49:02Z</dcterms:created>
  <dcterms:modified xsi:type="dcterms:W3CDTF">2026-10-28T02:49:02Z</dcterms:modified>
</cp:coreProperties>
</file>